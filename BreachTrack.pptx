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91" y="3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105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Today, I am excited to present my project, BreachTrack, which is a full-stack cybersecurity web application designed to help users monitor their data exposure.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the rapid growth of the internet, data breaches happen almost daily. BreachTrack is a platform I built to give users a simple, instant way to check if their personal information has fallen into the wrong hands.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people reuse the same passwords everywhere. If one site gets hacked, all their accounts are at risk. Most users have no idea their data is out there until it is too late.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main objectives were to build a tool that is extremely easy to use, while securely handling backend data storage. I wanted to create something that not only detects risks but educates the user.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build this, I used the MERN stack. React handles the dynamic user interface, Node and Express run the backend API, and MongoDB acts as our flexible database to store scan histories.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represents the full-stack flow of the application. The frontend and backend are decoupled, communicating securely via an API. The backend handles the heavy lifting and database connection.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I used MongoDB, the data is stored in JSON-like documents. This schema strictly requires an email, a boolean status, and a count, ensuring our database remains clean and organized.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feature is the instant scan. I also implemented strict backend validation so the server rejects invalid emails before trying to process them, saving server resources and preventing errors.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is highly scalable and lightning-fast. However, for the scope of this phase, the breach detection logic is simulated. A future upgrade is required to connect to a live cybersecurity database.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I were to expand this project, the immediate next step would be integrating a real third-party breach API. I would also love to add user accounts so people can subscribe to automated alerts.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BreachTrack was an excellent way to apply full-stack development skills to a real-world cybersecurity issue. It proves that complex web architectures can be used to create simple, user-friendly tools.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I would now like to open the floor to any questions you might have about the code, the architecture, or the project as a whole.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mailto:heetptl1006@gmail.com"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14800"/>
            <a:ext cx="12191695" cy="91440"/>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4114800"/>
            <a:ext cx="182880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011680"/>
            <a:ext cx="9144000" cy="1371600"/>
          </a:xfrm>
          <a:prstGeom prst="rect">
            <a:avLst/>
          </a:prstGeom>
          <a:noFill/>
        </p:spPr>
        <p:txBody>
          <a:bodyPr wrap="none">
            <a:spAutoFit/>
          </a:bodyPr>
          <a:lstStyle/>
          <a:p>
            <a:pPr>
              <a:defRPr sz="6400" b="1">
                <a:solidFill>
                  <a:srgbClr val="FFFFFF"/>
                </a:solidFill>
                <a:latin typeface="Helvetica"/>
              </a:defRPr>
            </a:pPr>
            <a:r>
              <a:t>BreachTrack</a:t>
            </a:r>
          </a:p>
        </p:txBody>
      </p:sp>
      <p:sp>
        <p:nvSpPr>
          <p:cNvPr id="6" name="TextBox 5"/>
          <p:cNvSpPr txBox="1"/>
          <p:nvPr/>
        </p:nvSpPr>
        <p:spPr>
          <a:xfrm>
            <a:off x="1371600" y="4572000"/>
            <a:ext cx="6418167" cy="1384995"/>
          </a:xfrm>
          <a:prstGeom prst="rect">
            <a:avLst/>
          </a:prstGeom>
          <a:noFill/>
        </p:spPr>
        <p:txBody>
          <a:bodyPr wrap="none">
            <a:spAutoFit/>
          </a:bodyPr>
          <a:lstStyle/>
          <a:p>
            <a:pPr>
              <a:defRPr sz="2800">
                <a:solidFill>
                  <a:srgbClr val="FFFFFF"/>
                </a:solidFill>
                <a:latin typeface="Helvetica"/>
              </a:defRPr>
            </a:pPr>
            <a:r>
              <a:rPr dirty="0"/>
              <a:t>Data Breach Monitoring &amp; Alert System</a:t>
            </a:r>
            <a:br>
              <a:rPr dirty="0"/>
            </a:br>
            <a:br>
              <a:rPr dirty="0"/>
            </a:br>
            <a:r>
              <a:rPr dirty="0"/>
              <a:t>Presented By: </a:t>
            </a:r>
            <a:r>
              <a:rPr lang="en-IN" dirty="0"/>
              <a:t>Heet Patel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What is BreachTrack?</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A web-based cybersecurity application.</a:t>
            </a:r>
          </a:p>
          <a:p>
            <a:pPr>
              <a:spcAft>
                <a:spcPts val="2000"/>
              </a:spcAft>
              <a:defRPr sz="2600">
                <a:solidFill>
                  <a:srgbClr val="3C3C3C"/>
                </a:solidFill>
                <a:latin typeface="Helvetica"/>
              </a:defRPr>
            </a:pPr>
            <a:r>
              <a:t>▪  Detects if personal data (like emails) has been exposed in known breaches.</a:t>
            </a:r>
          </a:p>
          <a:p>
            <a:pPr>
              <a:spcAft>
                <a:spcPts val="2000"/>
              </a:spcAft>
              <a:defRPr sz="2600">
                <a:solidFill>
                  <a:srgbClr val="3C3C3C"/>
                </a:solidFill>
                <a:latin typeface="Helvetica"/>
              </a:defRPr>
            </a:pPr>
            <a:r>
              <a:t>▪  Built using modern web technologies (MERN Stack).</a:t>
            </a:r>
          </a:p>
          <a:p>
            <a:pPr>
              <a:spcAft>
                <a:spcPts val="2000"/>
              </a:spcAft>
              <a:defRPr sz="2600">
                <a:solidFill>
                  <a:srgbClr val="3C3C3C"/>
                </a:solidFill>
                <a:latin typeface="Helvetica"/>
              </a:defRPr>
            </a:pPr>
            <a:r>
              <a:t>▪  Aims to promote digital safety and awareness.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Why Do We Need This?</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Users frequently reuse passwords across multiple platforms.</a:t>
            </a:r>
          </a:p>
          <a:p>
            <a:pPr>
              <a:spcAft>
                <a:spcPts val="2000"/>
              </a:spcAft>
              <a:defRPr sz="2600">
                <a:solidFill>
                  <a:srgbClr val="3C3C3C"/>
                </a:solidFill>
                <a:latin typeface="Helvetica"/>
              </a:defRPr>
            </a:pPr>
            <a:r>
              <a:t>▪  People are largely unaware when their data is leaked.</a:t>
            </a:r>
          </a:p>
          <a:p>
            <a:pPr>
              <a:spcAft>
                <a:spcPts val="2000"/>
              </a:spcAft>
              <a:defRPr sz="2600">
                <a:solidFill>
                  <a:srgbClr val="3C3C3C"/>
                </a:solidFill>
                <a:latin typeface="Helvetica"/>
              </a:defRPr>
            </a:pPr>
            <a:r>
              <a:t>▪  There is a lack of active monitoring for everyday internet users.</a:t>
            </a:r>
          </a:p>
          <a:p>
            <a:pPr>
              <a:spcAft>
                <a:spcPts val="2000"/>
              </a:spcAft>
              <a:defRPr sz="2600">
                <a:solidFill>
                  <a:srgbClr val="3C3C3C"/>
                </a:solidFill>
                <a:latin typeface="Helvetica"/>
              </a:defRPr>
            </a:pPr>
            <a:r>
              <a:t>▪  Hackers exploit this lack of awareness for identity theft.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Goals of BreachTrack</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Provide instant detection of exposed user data.</a:t>
            </a:r>
          </a:p>
          <a:p>
            <a:pPr>
              <a:spcAft>
                <a:spcPts val="2000"/>
              </a:spcAft>
              <a:defRPr sz="2600">
                <a:solidFill>
                  <a:srgbClr val="3C3C3C"/>
                </a:solidFill>
                <a:latin typeface="Helvetica"/>
              </a:defRPr>
            </a:pPr>
            <a:r>
              <a:t>▪  Deliver a clean, user-friendly interface for checking security status.</a:t>
            </a:r>
          </a:p>
          <a:p>
            <a:pPr>
              <a:spcAft>
                <a:spcPts val="2000"/>
              </a:spcAft>
              <a:defRPr sz="2600">
                <a:solidFill>
                  <a:srgbClr val="3C3C3C"/>
                </a:solidFill>
                <a:latin typeface="Helvetica"/>
              </a:defRPr>
            </a:pPr>
            <a:r>
              <a:t>▪  Securely store scan history for future analysis.</a:t>
            </a:r>
          </a:p>
          <a:p>
            <a:pPr>
              <a:spcAft>
                <a:spcPts val="2000"/>
              </a:spcAft>
              <a:defRPr sz="2600">
                <a:solidFill>
                  <a:srgbClr val="3C3C3C"/>
                </a:solidFill>
                <a:latin typeface="Helvetica"/>
              </a:defRPr>
            </a:pPr>
            <a:r>
              <a:t>▪  Educate the general public about cybersecurity risks.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The Tech Stack</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Frontend UI: React.js, HTML, CSS</a:t>
            </a:r>
          </a:p>
          <a:p>
            <a:pPr>
              <a:spcAft>
                <a:spcPts val="2000"/>
              </a:spcAft>
              <a:defRPr sz="2600">
                <a:solidFill>
                  <a:srgbClr val="3C3C3C"/>
                </a:solidFill>
                <a:latin typeface="Helvetica"/>
              </a:defRPr>
            </a:pPr>
            <a:r>
              <a:t>▪  Backend Server: Node.js, Express.js</a:t>
            </a:r>
          </a:p>
          <a:p>
            <a:pPr>
              <a:spcAft>
                <a:spcPts val="2000"/>
              </a:spcAft>
              <a:defRPr sz="2600">
                <a:solidFill>
                  <a:srgbClr val="3C3C3C"/>
                </a:solidFill>
                <a:latin typeface="Helvetica"/>
              </a:defRPr>
            </a:pPr>
            <a:r>
              <a:t>▪  Database: MongoDB</a:t>
            </a:r>
          </a:p>
          <a:p>
            <a:pPr>
              <a:spcAft>
                <a:spcPts val="2000"/>
              </a:spcAft>
              <a:defRPr sz="2600">
                <a:solidFill>
                  <a:srgbClr val="3C3C3C"/>
                </a:solidFill>
                <a:latin typeface="Helvetica"/>
              </a:defRPr>
            </a:pPr>
            <a:r>
              <a:t>▪  API Communication: Axios</a:t>
            </a:r>
          </a:p>
          <a:p>
            <a:pPr>
              <a:spcAft>
                <a:spcPts val="2000"/>
              </a:spcAft>
              <a:defRPr sz="2600">
                <a:solidFill>
                  <a:srgbClr val="3C3C3C"/>
                </a:solidFill>
                <a:latin typeface="Helvetica"/>
              </a:defRPr>
            </a:pPr>
            <a:r>
              <a:t>▪  Development Tools: VS Code, Postman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How It Connects</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Step 1: User inputs email into the React Frontend.</a:t>
            </a:r>
          </a:p>
          <a:p>
            <a:pPr>
              <a:spcAft>
                <a:spcPts val="2000"/>
              </a:spcAft>
              <a:defRPr sz="2600">
                <a:solidFill>
                  <a:srgbClr val="3C3C3C"/>
                </a:solidFill>
                <a:latin typeface="Helvetica"/>
              </a:defRPr>
            </a:pPr>
            <a:r>
              <a:t>▪  Step 2: Axios sends an HTTP POST request to the API.</a:t>
            </a:r>
          </a:p>
          <a:p>
            <a:pPr>
              <a:spcAft>
                <a:spcPts val="2000"/>
              </a:spcAft>
              <a:defRPr sz="2600">
                <a:solidFill>
                  <a:srgbClr val="3C3C3C"/>
                </a:solidFill>
                <a:latin typeface="Helvetica"/>
              </a:defRPr>
            </a:pPr>
            <a:r>
              <a:t>▪  Step 3: Node/Express Backend validates and processes the data.</a:t>
            </a:r>
          </a:p>
          <a:p>
            <a:pPr>
              <a:spcAft>
                <a:spcPts val="2000"/>
              </a:spcAft>
              <a:defRPr sz="2600">
                <a:solidFill>
                  <a:srgbClr val="3C3C3C"/>
                </a:solidFill>
                <a:latin typeface="Helvetica"/>
              </a:defRPr>
            </a:pPr>
            <a:r>
              <a:t>▪  Step 4: MongoDB stores the scan results.</a:t>
            </a:r>
          </a:p>
          <a:p>
            <a:pPr>
              <a:spcAft>
                <a:spcPts val="2000"/>
              </a:spcAft>
              <a:defRPr sz="2600">
                <a:solidFill>
                  <a:srgbClr val="3C3C3C"/>
                </a:solidFill>
                <a:latin typeface="Helvetica"/>
              </a:defRPr>
            </a:pPr>
            <a:r>
              <a:t>▪  Step 5: Backend sends the result back to update the UI.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MongoDB Schema</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Collection Name: scans</a:t>
            </a:r>
          </a:p>
          <a:p>
            <a:pPr>
              <a:spcAft>
                <a:spcPts val="2000"/>
              </a:spcAft>
              <a:defRPr sz="2600">
                <a:solidFill>
                  <a:srgbClr val="3C3C3C"/>
                </a:solidFill>
                <a:latin typeface="Helvetica"/>
              </a:defRPr>
            </a:pPr>
            <a:r>
              <a:t>▪  email (String): The user's inputted email address.</a:t>
            </a:r>
          </a:p>
          <a:p>
            <a:pPr>
              <a:spcAft>
                <a:spcPts val="2000"/>
              </a:spcAft>
              <a:defRPr sz="2600">
                <a:solidFill>
                  <a:srgbClr val="3C3C3C"/>
                </a:solidFill>
                <a:latin typeface="Helvetica"/>
              </a:defRPr>
            </a:pPr>
            <a:r>
              <a:t>▪  breached (Boolean): True/False indicator of exposure.</a:t>
            </a:r>
          </a:p>
          <a:p>
            <a:pPr>
              <a:spcAft>
                <a:spcPts val="2000"/>
              </a:spcAft>
              <a:defRPr sz="2600">
                <a:solidFill>
                  <a:srgbClr val="3C3C3C"/>
                </a:solidFill>
                <a:latin typeface="Helvetica"/>
              </a:defRPr>
            </a:pPr>
            <a:r>
              <a:t>▪  breachCount (Number): Total number of data leaks found.</a:t>
            </a:r>
          </a:p>
          <a:p>
            <a:pPr>
              <a:spcAft>
                <a:spcPts val="2000"/>
              </a:spcAft>
              <a:defRPr sz="2600">
                <a:solidFill>
                  <a:srgbClr val="3C3C3C"/>
                </a:solidFill>
                <a:latin typeface="Helvetica"/>
              </a:defRPr>
            </a:pPr>
            <a:r>
              <a:t>▪  createdAt (Date): Timestamp of the scan.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Core Capabilities</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Instant email breach detection.</a:t>
            </a:r>
          </a:p>
          <a:p>
            <a:pPr>
              <a:spcAft>
                <a:spcPts val="2000"/>
              </a:spcAft>
              <a:defRPr sz="2600">
                <a:solidFill>
                  <a:srgbClr val="3C3C3C"/>
                </a:solidFill>
                <a:latin typeface="Helvetica"/>
              </a:defRPr>
            </a:pPr>
            <a:r>
              <a:t>▪  Backend input validation to prevent bad data.</a:t>
            </a:r>
          </a:p>
          <a:p>
            <a:pPr>
              <a:spcAft>
                <a:spcPts val="2000"/>
              </a:spcAft>
              <a:defRPr sz="2600">
                <a:solidFill>
                  <a:srgbClr val="3C3C3C"/>
                </a:solidFill>
                <a:latin typeface="Helvetica"/>
              </a:defRPr>
            </a:pPr>
            <a:r>
              <a:t>▪  Dynamic UI rendering based on results (Safe vs. Breached).</a:t>
            </a:r>
          </a:p>
          <a:p>
            <a:pPr>
              <a:spcAft>
                <a:spcPts val="2000"/>
              </a:spcAft>
              <a:defRPr sz="2600">
                <a:solidFill>
                  <a:srgbClr val="3C3C3C"/>
                </a:solidFill>
                <a:latin typeface="Helvetica"/>
              </a:defRPr>
            </a:pPr>
            <a:r>
              <a:t>▪  Persistent data storage for logging.</a:t>
            </a:r>
          </a:p>
          <a:p>
            <a:pPr>
              <a:spcAft>
                <a:spcPts val="2000"/>
              </a:spcAft>
              <a:defRPr sz="2600">
                <a:solidFill>
                  <a:srgbClr val="3C3C3C"/>
                </a:solidFill>
                <a:latin typeface="Helvetica"/>
              </a:defRPr>
            </a:pPr>
            <a:r>
              <a:t>▪  Responsive and accessible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Project Evaluation</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Advantages: Highly scalable, easy to use, fast performance.</a:t>
            </a:r>
          </a:p>
          <a:p>
            <a:pPr>
              <a:spcAft>
                <a:spcPts val="2000"/>
              </a:spcAft>
              <a:defRPr sz="2600">
                <a:solidFill>
                  <a:srgbClr val="3C3C3C"/>
                </a:solidFill>
                <a:latin typeface="Helvetica"/>
              </a:defRPr>
            </a:pPr>
            <a:r>
              <a:t>▪  Advantages: Demonstrates practical full-stack integration.</a:t>
            </a:r>
          </a:p>
          <a:p>
            <a:pPr>
              <a:spcAft>
                <a:spcPts val="2000"/>
              </a:spcAft>
              <a:defRPr sz="2600">
                <a:solidFill>
                  <a:srgbClr val="3C3C3C"/>
                </a:solidFill>
                <a:latin typeface="Helvetica"/>
              </a:defRPr>
            </a:pPr>
            <a:r>
              <a:t>▪  Limitations: Currently uses mock logic for breach detection.</a:t>
            </a:r>
          </a:p>
          <a:p>
            <a:pPr>
              <a:spcAft>
                <a:spcPts val="2000"/>
              </a:spcAft>
              <a:defRPr sz="2600">
                <a:solidFill>
                  <a:srgbClr val="3C3C3C"/>
                </a:solidFill>
                <a:latin typeface="Helvetica"/>
              </a:defRPr>
            </a:pPr>
            <a:r>
              <a:t>▪  Limitations: Requires active internet for API communication.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What's Next?</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Integration with real REST APIs (e.g., Have I Been Pwned).</a:t>
            </a:r>
          </a:p>
          <a:p>
            <a:pPr>
              <a:spcAft>
                <a:spcPts val="2000"/>
              </a:spcAft>
              <a:defRPr sz="2600">
                <a:solidFill>
                  <a:srgbClr val="3C3C3C"/>
                </a:solidFill>
                <a:latin typeface="Helvetica"/>
              </a:defRPr>
            </a:pPr>
            <a:r>
              <a:t>▪  User authentication (Login/Registration system).</a:t>
            </a:r>
          </a:p>
          <a:p>
            <a:pPr>
              <a:spcAft>
                <a:spcPts val="2000"/>
              </a:spcAft>
              <a:defRPr sz="2600">
                <a:solidFill>
                  <a:srgbClr val="3C3C3C"/>
                </a:solidFill>
                <a:latin typeface="Helvetica"/>
              </a:defRPr>
            </a:pPr>
            <a:r>
              <a:t>▪  Automated email alerts if a new breach occurs.</a:t>
            </a:r>
          </a:p>
          <a:p>
            <a:pPr>
              <a:spcAft>
                <a:spcPts val="2000"/>
              </a:spcAft>
              <a:defRPr sz="2600">
                <a:solidFill>
                  <a:srgbClr val="3C3C3C"/>
                </a:solidFill>
                <a:latin typeface="Helvetica"/>
              </a:defRPr>
            </a:pPr>
            <a:r>
              <a:t>▪  Development of a mobile app or browser extension.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Summary</a:t>
            </a:r>
          </a:p>
        </p:txBody>
      </p:sp>
      <p:sp>
        <p:nvSpPr>
          <p:cNvPr id="6" name="TextBox 5"/>
          <p:cNvSpPr txBox="1"/>
          <p:nvPr/>
        </p:nvSpPr>
        <p:spPr>
          <a:xfrm>
            <a:off x="914400" y="1828800"/>
            <a:ext cx="10362895" cy="4114800"/>
          </a:xfrm>
          <a:prstGeom prst="rect">
            <a:avLst/>
          </a:prstGeom>
          <a:noFill/>
        </p:spPr>
        <p:txBody>
          <a:bodyPr wrap="square">
            <a:spAutoFit/>
          </a:bodyPr>
          <a:lstStyle/>
          <a:p>
            <a:pPr>
              <a:spcAft>
                <a:spcPts val="2000"/>
              </a:spcAft>
              <a:defRPr sz="2600">
                <a:solidFill>
                  <a:srgbClr val="3C3C3C"/>
                </a:solidFill>
                <a:latin typeface="Helvetica"/>
              </a:defRPr>
            </a:pPr>
            <a:r>
              <a:t>▪  BreachTrack successfully bridges frontend and backend development.</a:t>
            </a:r>
          </a:p>
          <a:p>
            <a:pPr>
              <a:spcAft>
                <a:spcPts val="2000"/>
              </a:spcAft>
              <a:defRPr sz="2600">
                <a:solidFill>
                  <a:srgbClr val="3C3C3C"/>
                </a:solidFill>
                <a:latin typeface="Helvetica"/>
              </a:defRPr>
            </a:pPr>
            <a:r>
              <a:t>▪  It tackles a real-world problem with a practical software solution.</a:t>
            </a:r>
          </a:p>
          <a:p>
            <a:pPr>
              <a:spcAft>
                <a:spcPts val="2000"/>
              </a:spcAft>
              <a:defRPr sz="2600">
                <a:solidFill>
                  <a:srgbClr val="3C3C3C"/>
                </a:solidFill>
                <a:latin typeface="Helvetica"/>
              </a:defRPr>
            </a:pPr>
            <a:r>
              <a:t>▪  The project solidifies core concepts of APIs, databases, and UI state.</a:t>
            </a:r>
          </a:p>
          <a:p>
            <a:pPr>
              <a:spcAft>
                <a:spcPts val="2000"/>
              </a:spcAft>
              <a:defRPr sz="2600">
                <a:solidFill>
                  <a:srgbClr val="3C3C3C"/>
                </a:solidFill>
                <a:latin typeface="Helvetica"/>
              </a:defRPr>
            </a:pPr>
            <a:r>
              <a:t>▪  It serves as a strong foundation for future cybersecurity tools.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18872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91695" cy="73152"/>
          </a:xfrm>
          <a:prstGeom prst="rect">
            <a:avLst/>
          </a:prstGeom>
          <a:solidFill>
            <a:srgbClr val="007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
            <a:ext cx="10515600" cy="731520"/>
          </a:xfrm>
          <a:prstGeom prst="rect">
            <a:avLst/>
          </a:prstGeom>
          <a:noFill/>
        </p:spPr>
        <p:txBody>
          <a:bodyPr wrap="none">
            <a:spAutoFit/>
          </a:bodyPr>
          <a:lstStyle/>
          <a:p>
            <a:pPr>
              <a:defRPr sz="4000" b="1">
                <a:solidFill>
                  <a:srgbClr val="FFFFFF"/>
                </a:solidFill>
                <a:latin typeface="Helvetica"/>
              </a:defRPr>
            </a:pPr>
            <a:r>
              <a:t>Thank You!</a:t>
            </a:r>
          </a:p>
        </p:txBody>
      </p:sp>
      <p:sp>
        <p:nvSpPr>
          <p:cNvPr id="6" name="TextBox 5"/>
          <p:cNvSpPr txBox="1"/>
          <p:nvPr/>
        </p:nvSpPr>
        <p:spPr>
          <a:xfrm>
            <a:off x="914400" y="1828800"/>
            <a:ext cx="10362895" cy="2462213"/>
          </a:xfrm>
          <a:prstGeom prst="rect">
            <a:avLst/>
          </a:prstGeom>
          <a:noFill/>
        </p:spPr>
        <p:txBody>
          <a:bodyPr wrap="square">
            <a:spAutoFit/>
          </a:bodyPr>
          <a:lstStyle/>
          <a:p>
            <a:pPr>
              <a:spcAft>
                <a:spcPts val="2000"/>
              </a:spcAft>
              <a:defRPr sz="2600">
                <a:solidFill>
                  <a:srgbClr val="3C3C3C"/>
                </a:solidFill>
                <a:latin typeface="Helvetica"/>
              </a:defRPr>
            </a:pPr>
            <a:r>
              <a:rPr dirty="0"/>
              <a:t>▪  Any Questions?</a:t>
            </a:r>
          </a:p>
          <a:p>
            <a:pPr>
              <a:spcAft>
                <a:spcPts val="2000"/>
              </a:spcAft>
              <a:defRPr sz="2600">
                <a:solidFill>
                  <a:srgbClr val="3C3C3C"/>
                </a:solidFill>
                <a:latin typeface="Helvetica"/>
              </a:defRPr>
            </a:pPr>
            <a:r>
              <a:rPr dirty="0"/>
              <a:t>▪  Contact: </a:t>
            </a:r>
            <a:r>
              <a:rPr lang="en-IN" sz="2600" dirty="0">
                <a:hlinkClick r:id="rId3"/>
              </a:rPr>
              <a:t>heetptl1006@gmail.com</a:t>
            </a:r>
            <a:r>
              <a:rPr lang="en-IN" sz="2600" dirty="0"/>
              <a:t> </a:t>
            </a:r>
          </a:p>
          <a:p>
            <a:pPr>
              <a:spcAft>
                <a:spcPts val="2000"/>
              </a:spcAft>
              <a:defRPr sz="2600">
                <a:solidFill>
                  <a:srgbClr val="3C3C3C"/>
                </a:solidFill>
                <a:latin typeface="Helvetica"/>
              </a:defRPr>
            </a:pPr>
            <a:r>
              <a:rPr lang="en-IN" sz="2600" dirty="0"/>
              <a:t>▪  LinkedIn : www.linkedin.com/in/heetptl</a:t>
            </a:r>
            <a:endParaRPr dirty="0"/>
          </a:p>
          <a:p>
            <a:pPr>
              <a:spcAft>
                <a:spcPts val="2000"/>
              </a:spcAft>
              <a:defRPr sz="2600">
                <a:solidFill>
                  <a:srgbClr val="3C3C3C"/>
                </a:solidFill>
                <a:latin typeface="Helvetica"/>
              </a:defRPr>
            </a:pPr>
            <a:r>
              <a:rPr dirty="0"/>
              <a:t>▪  GitHub Repository: </a:t>
            </a:r>
            <a:r>
              <a:rPr lang="en-IN" dirty="0"/>
              <a:t>https://github.com/Heet-Patel-06/BreachTrack</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974</Words>
  <Application>Microsoft Office PowerPoint</Application>
  <PresentationFormat>Widescreen</PresentationFormat>
  <Paragraphs>73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heet patel</cp:lastModifiedBy>
  <cp:revision>5</cp:revision>
  <dcterms:created xsi:type="dcterms:W3CDTF">2013-01-27T09:14:16Z</dcterms:created>
  <dcterms:modified xsi:type="dcterms:W3CDTF">2026-04-26T11:34:48Z</dcterms:modified>
  <cp:category/>
</cp:coreProperties>
</file>